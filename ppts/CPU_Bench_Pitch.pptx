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CPU, Comunidad de Potencia Universitaria. Recuperamos computadores donados y los llevamos a escuelas. Hoy traemos la herramienta que decide qué hace cada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cuello de botella no es conseguir hardware: es el triage. Sin criterio objetivo, un equipo capaz termina de máquina de escribir y uno agotado termina en una sala que necesita multitarea.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clave: pasamos de un juicio subjetivo e irrepetible a un número que cualquier técnico puede reproducir y que queda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Ojo con el offline: muchas escuelas y talleres tienen conexión intermitente. Por eso los perfiles de test van empaquetados en la 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medimos GPU porque el caso de uso es navegador y suite de oficina. Medir lo que no se va a usar solo agrega ruido al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hace la herramienta accionable: no entrega un número abstracto, entrega una recomendación de destino.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muestra la app en vivo si alcanza el tiempo. Los valores de esta captura son de una corrida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el desacople: si mañana cambia el caso de uso, se ajusta el archivo de configuración y la herramienta sigue sirviendo.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el track de Educación Pública: acceso real, no solo entrega de fierros.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Aulas espejo es deliberadamente simple: no requiere videollamada ni sincronía, solo el mismo desafío corriendo en paralelo.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espacio para preguntas y, si hay tiempo, mostrar la app corriendo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180A30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BENCH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60720" y="233172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computador donado,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aula que le corresponde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760720" y="4114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el rendimiento real del hardware recuperado y lo clasificamos automáticamente, para que ningún equipo termine subutilizado ni sobreexigido.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0" y="5349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6  ·  HaCAiThon 2026  ·  CAi Ingeniería UC  ·  Educación Pública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la falta de equipos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no saber para qué sirve cada uno</a:t>
            </a:r>
            <a:endParaRPr lang="en-US" sz="1500" dirty="0"/>
          </a:p>
        </p:txBody>
      </p:sp>
      <p:pic>
        <p:nvPicPr>
          <p:cNvPr id="4" name="Image 0" descr="img/pe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486400" cy="298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109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Escuela Almirante Patricio Lynch, Penco — 20 equipos recuperados.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17920" y="19202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46520" y="2249424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2249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86600" y="20665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decide a ojo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86600" y="23957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mira las specs de la etiqueta y estima. Dos equipos con el mismo i3 rinden distinto según disco, RAM y desgaste real.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32918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3621024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621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86600" y="34381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specs mienten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86600" y="37673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HDD moribundo hunde a un procesador decente. Nada de eso aparece en la ficha del fabricante.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4663440"/>
            <a:ext cx="5349240" cy="1170432"/>
          </a:xfrm>
          <a:prstGeom prst="roundRect">
            <a:avLst>
              <a:gd name="adj" fmla="val 9375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4992624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86600" y="48097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registro compartido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86600" y="51389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técnicos trabajan en paralelo sin visibilidad centralizada de qué se evaluó y qué se decidió.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respuesta: medir, no adivinar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Corremos un benchmark real sobre el equipo, calculamos un score ponderado y lo clasificamos en una gama con una recomendación de uso concreta.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2A1440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31089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manual de specs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distinto por técnico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del lote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no reproducible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2468880"/>
            <a:ext cx="5303520" cy="2834640"/>
          </a:xfrm>
          <a:prstGeom prst="roundRect">
            <a:avLst>
              <a:gd name="adj" fmla="val 3871"/>
            </a:avLst>
          </a:prstGeom>
          <a:solidFill>
            <a:srgbClr val="10362F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CPU BENCH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310896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real del hardware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score para todos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centralizado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auditable y editable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PC en el taller a una decisión registrada, en cuatro pasos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enciende el equipo con un Linux live y abre la app de escritorio.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291840"/>
            <a:ext cx="201168" cy="274320"/>
          </a:xfrm>
          <a:prstGeom prst="chevron">
            <a:avLst/>
          </a:prstGeom>
          <a:solidFill>
            <a:srgbClr val="765B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38728" y="20116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3048" y="2286000"/>
            <a:ext cx="566928" cy="566928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3048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13048" y="345643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Phoronix Test Suite sin internet: CPU, memoria y disco bajo carga real.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0488" y="3291840"/>
            <a:ext cx="201168" cy="274320"/>
          </a:xfrm>
          <a:prstGeom prst="chevron">
            <a:avLst/>
          </a:prstGeom>
          <a:solidFill>
            <a:srgbClr val="765B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0116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11696" y="2286000"/>
            <a:ext cx="566928" cy="566928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11696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11696" y="345643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analizador pondera los resultados y asigna una gama con uso recomendado.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89136" y="3291840"/>
            <a:ext cx="201168" cy="274320"/>
          </a:xfrm>
          <a:prstGeom prst="chevron">
            <a:avLst/>
          </a:prstGeom>
          <a:solidFill>
            <a:srgbClr val="765B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6024" y="201168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10344" y="2286000"/>
            <a:ext cx="566928" cy="566928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0344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10344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610344" y="345643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viaja a la API y queda en el inventario compartido del taller.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corre offline en el taller. La única parte que necesita red es la sincronización final con el inventario.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medimos y por qué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pruebas, elegidas para el uso que realmente tendrá el equipo: ofimática y navegación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498080" cy="1097280"/>
          </a:xfrm>
          <a:prstGeom prst="roundRect">
            <a:avLst>
              <a:gd name="adj" fmla="val 10000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30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532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22677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sostenida sobre todos los núcleos.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03720" y="22402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264408"/>
            <a:ext cx="7498080" cy="1097280"/>
          </a:xfrm>
          <a:prstGeom prst="roundRect">
            <a:avLst>
              <a:gd name="adj" fmla="val 10000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4290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831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54680" y="35661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de banda real de RAM.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03720" y="3538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4562856"/>
            <a:ext cx="7498080" cy="1097280"/>
          </a:xfrm>
          <a:prstGeom prst="roundRect">
            <a:avLst>
              <a:gd name="adj" fmla="val 10000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274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 4K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129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486460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aleatoria: lo que hace lento a un HDD viejo.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03720" y="483717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1664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en el 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58200" y="1965960"/>
            <a:ext cx="3108960" cy="3310128"/>
          </a:xfrm>
          <a:prstGeom prst="roundRect">
            <a:avLst>
              <a:gd name="adj" fmla="val 3529"/>
            </a:avLst>
          </a:prstGeom>
          <a:solidFill>
            <a:srgbClr val="10362F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2212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DISCO MANDA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2606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8778240" y="37033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score depende del almacenamiento. En hardware antiguo, cambiar un HDD por un SSD transforma el equipo más que cualquier otra pieza.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 contra un equipo de referencia real: Intel i3-2100, 4 GB RAM, HDD — nuestro piso de utilidad.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score se traduce en una decisión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continua: todo equipo cae en alguna gama, no existe zona gris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8B6B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5387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 para donación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99592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Repuestos, reciclaje o tareas mínimas de texto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38728" y="28346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6E5B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3035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Gama Baja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67328" y="349300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Ofimática básica y navegación web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37376" y="233172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4A8F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5976" y="25328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Gama Media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5976" y="299008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general fluido, multitarea, programación ligera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36024" y="182880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3DDC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64624" y="2029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Gama Alta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64624" y="248716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Modelado, edición de video, máquinas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0"/>
          </a:xfrm>
          <a:prstGeom prst="line">
            <a:avLst/>
          </a:prstGeom>
          <a:noFill/>
          <a:ln w="15875">
            <a:solidFill>
              <a:srgbClr val="765BA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5596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rendimiento medido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5596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rendimiento medido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umbrales viven en un archivo de configuración: el criterio se ajusta sin tocar el código.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herramienta, funcionando</a:t>
            </a:r>
            <a:endParaRPr lang="en-US" sz="3400" dirty="0"/>
          </a:p>
        </p:txBody>
      </p:sp>
      <p:pic>
        <p:nvPicPr>
          <p:cNvPr id="3" name="Image 0" descr="img/gui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3758184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57800" y="1719072"/>
            <a:ext cx="182880" cy="18288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total al centro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669280" y="198424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número, legible desde el otro lado del taller.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257800" y="2770632"/>
            <a:ext cx="182880" cy="18288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2651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Gama asignada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0" y="303580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Debajo del score, el veredicto listo para anotar en la etiqueta.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57800" y="3822192"/>
            <a:ext cx="182880" cy="18288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703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Desglose por componente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669280" y="408736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qué pieza está frenando al equipo — normalmente el disco.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57800" y="4873752"/>
            <a:ext cx="182880" cy="18288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4754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selectivos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669280" y="5138928"/>
            <a:ext cx="5897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cambiaste el disco, corres esa prueba y listo.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69280" y="594360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escritorio en PySide6. Corre en el mismo Linux liviano que después queda instalado en el equipo.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construido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piezas, cada una reemplazable sin tocar las otras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72768" y="20848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medición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Phoronix Test Suite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2128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PTS en modo batch, sin prompts ni conexión a internet.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72768" y="3182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 escritorio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72768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 (Qt)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3101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para el técnico: dispara el benchmark y muestra el veredicto.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72768" y="42793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 inventario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72768" y="4645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Sequelize + PostgreSQL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407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JWT y registro compartido de cada equipo evaluado.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DDC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0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72768" y="53766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público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72768" y="5742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55046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 la herramienta, difusión y consulta del inventario.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 evaluación (pesos y umbrales) está aislado en configuración: cambiar el modelo no implica reescribir la herramienta.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32688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entregados a una escuela rural en Penco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71416" y="17373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45736" y="18745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764024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que reemplazan una decisión hecha a ojo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02752" y="173736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77072" y="18745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DD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59536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 internet necesaria para evaluar un equipo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0927080" cy="1965960"/>
          </a:xfrm>
          <a:prstGeom prst="roundRect">
            <a:avLst>
              <a:gd name="adj" fmla="val 5581"/>
            </a:avLst>
          </a:prstGeom>
          <a:solidFill>
            <a:srgbClr val="2A1440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434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digital escolar no se cierra solo donando hardware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05840" y="48463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cierra cuando cada sala recibe el equipo adecuado para lo que ahí se enseña. Una máquina que se congela al abrir el navegador no es acceso: es frustración documentada. CPU Bench convierte un lote de hardware heterogéneo en una asignación informada, y deja registro de por qué se decidió así.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Hacia dónde va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es el primer paso de algo más grande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384048" cy="384048"/>
          </a:xfrm>
          <a:prstGeom prst="ellipse">
            <a:avLst/>
          </a:prstGeom>
          <a:solidFill>
            <a:srgbClr val="3DDC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258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Bench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 clasificar cada equipo recuperado, con inventario compartido entre técnicos.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71416" y="196596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45736" y="2240280"/>
            <a:ext cx="384048" cy="384048"/>
          </a:xfrm>
          <a:prstGeom prst="ellipse">
            <a:avLst/>
          </a:prstGeom>
          <a:solidFill>
            <a:srgbClr val="6E8F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2258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5736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CPU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45736" y="33832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donaciones dejan de ser entregas aisladas: se convierten en salas identificadas, con seguimiento y soporte.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241041"/>
          </a:solidFill>
          <a:ln w="9525">
            <a:solidFill>
              <a:srgbClr val="765B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2240280"/>
            <a:ext cx="384048" cy="384048"/>
          </a:xfrm>
          <a:prstGeom prst="ellipse">
            <a:avLst/>
          </a:prstGeom>
          <a:solidFill>
            <a:srgbClr val="9B7B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2258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77072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espejo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77072" y="33832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 distintas viviendo el mismo contenido o desafío en paralelo, sin depender de conexión en vivo entre ellas.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7150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donar computadores. Es construir una red de escuelas que comparte herramientas, criterio y contenido.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6858000" cy="6858000"/>
          </a:xfrm>
          <a:prstGeom prst="ellipse">
            <a:avLst/>
          </a:prstGeom>
          <a:solidFill>
            <a:srgbClr val="2212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3840480"/>
            <a:ext cx="5486400" cy="5486400"/>
          </a:xfrm>
          <a:prstGeom prst="ellipse">
            <a:avLst/>
          </a:prstGeom>
          <a:solidFill>
            <a:srgbClr val="2212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ningún equipo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pierda por no medirlo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Bench convierte hardware donado en decisiones educativas informadas — reproducibles, offline y registradas.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4754880"/>
            <a:ext cx="2011680" cy="0"/>
          </a:xfrm>
          <a:prstGeom prst="line">
            <a:avLst/>
          </a:prstGeom>
          <a:noFill/>
          <a:ln w="31750">
            <a:solidFill>
              <a:srgbClr val="3DD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6  ·  HaCAiThon 2026  ·  CAi Ingeniería UC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B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Comunidad de Potencia Universitaria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2026-08-14T21:02:22Z</dcterms:created>
  <dcterms:modified xsi:type="dcterms:W3CDTF">2026-08-14T21:02:22Z</dcterms:modified>
</cp:coreProperties>
</file>